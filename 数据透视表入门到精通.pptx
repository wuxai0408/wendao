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数据透视表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从入门到精通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Excel核心技能 · 实战教学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什么是数据透视表？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数据透视表 = 数据透视 + 分析表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快速对大量数据进行汇总分析的交互式表格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无需写公式，拖拽字段即可完成统计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支持：求和、计数、平均、最大/最小值等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适合：销售分析、财务报表、数据统计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数据准备要求（最关键）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第一行必须是标题（字段名）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每一列数据类型要统一（全是数字或全是文本）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不要有空行、空列、合并单元格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不要有小计/合计行（透视表会自动计算）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建议先转成【超级表】(Ctrl+T)，再创建透视表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创建数据透视表 - 步骤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步骤1：选中数据区域任意单元格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步骤2：点击【插入】→【数据透视表】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步骤3：选择放置位置（新工作表 / 现有工作表）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步骤4：在右侧【字段列表】中勾选字段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步骤5：将字段拖到四个区域：行/列/值/筛选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Ctrl+A 全选数据，再按 Alt+N+V 快速创建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字段布局 - 四大区域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【行标签】→ 分类维度（如：产品、地区、月份）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【列标签】→ 横向分类（如：年份、季度）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【值】    → 要统计的数字（如：销售额、数量）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【筛选】  → 可选过滤器（如：只看某一年）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直接拖拽字段到对应区域即可调整布局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值字段设置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右键点击值 → 【值字段设置】→ 选择计算类型：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求和（Sum）   → 默认，适合金额、数量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计数（Count） → 统计条目数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平均值（Avg） → 计算均值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最大值 / 最小值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还可以设置【值显示方式】：占比、排名等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切片器 - 动态筛选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选中透视表 → 【分析】→ 【插入切片器】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切片器 = 可视化筛选按钮，点击即可筛选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按住Ctrl可多选，右上角按钮清除筛选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一个切片器可关联多个透视表（共享连接）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比普通筛选更直观、更好看、更适合汇报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数据透视图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选中透视表 → 【分析】→ 【数据透视图】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图表随透视表联动，数据变动图表自动更新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推荐图表类型：柱形图、折线图、饼图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切片器也可以控制透视图，图表直接变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做报表时：透视表 + 透视图 = 黄金组合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实战案例 - 销售数据分析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案例数据字段：日期 / 产品 / 地区 / 销售员 / 数量 / 金额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按产品统计总销售额 → 产品拖到行，金额拖到值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按地区+月份统计 → 地区拖到行，月份拖到列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查看各销售员平均业绩 → 销售员拖到行，金额设平均值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添加切片器筛选产品类别 → 快速看单品表现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常用技巧 &amp; 快捷键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Alt+N+V  → 快速创建透视表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右键 → 刷新（数据更新后刷新透视表）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右键 → 排序 → 按值升序/降序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右键 → 组合 → 按日期分组（年/季/月）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右键 → 显示详细信息（双击数值）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【设计】选项卡 → 报表布局 → 以表格形式显示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数据透视表是Excel最强大的分析工具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关键在于：原始数据要规范整齐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四个区域灵活组合，拖拽即可完成分析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配合切片器和图表，做出动态报表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多练、多用，自然就熟练了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记住：好数据 → 好透视表 → 好分析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2026-05-28T00:15:07Z</dcterms:created>
  <dcterms:modified xsi:type="dcterms:W3CDTF">2026-05-28T00:15:07Z</dcterms:modified>
</cp:coreProperties>
</file>
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数据透视表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从入门到精通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零基础也能学会 · 实战案例驱动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什么是数据透视表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为什么用数据透视表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数据准备规范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核心概念：行 · 列 · 值 · 筛选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创建你的第一个透视表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常用操作技巧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实战案例（销售数据分析）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1A527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常见问题与避坑指南</a:t>
            </a:r>
            <a:endParaRPr lang="en-US" sz="1600" dirty="0"/>
          </a:p>
          <a:p>
            <a:pPr marL="342900" indent="-342900">
              <a:lnSpc>
                <a:spcPct val="180000"/>
              </a:lnSpc>
              <a:buSzPct val="100000"/>
              <a:buChar char="▶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总结与进阶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什么是数据透视表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数据透视表(PivotTable)是 Excel/WPS 中一个强大的数据汇总工具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它允许你从大量原始数据中，快速提取有意义的汇总信息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简单说：把杂乱的数据 -&gt; 拖拖拽拽 -&gt; 变成清晰的分析报表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生活中的类比：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原始数据 = 超市一堆购物小票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透视表 = 按商品分类统计的销售报告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不需要写任何公式，鼠标拖拽就能完成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为什么用数据透视表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 - 几秒内完成对成千上万行数据的汇总分析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灵活 - 随时拖拽字段，切换分析维度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零公式 - 不需要懂函数、公式或 VBA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可视化友好 - 配合切片器/日程表，交互筛选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旋转数据 - 行列对调(即透视)，多角度观察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适用场景：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月度销售汇总 · 库存分析 · 人员考勤统计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财务费用分析 · 学生成绩统计 · 调研问卷汇总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数据准备规范（非常重要！）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透视表对原始数据有严格要求，记好以下几点：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必须是一维表(数据库风格)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第一行是字段名(列标题)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每一列是一种数据类型(日期/金额/城市...)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每一行是一条完整记录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避免以下脏数据：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合并单元格 - 透视表不识别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空行空列 - 会导致统计遗漏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大小标题混在一行 - 破坏数据结构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同一列混用不同格式(如2024/1/1和一月一号)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核心概念：行 · 列 · 值 · 筛选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四个区域一次搞懂：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行(Rows)：你想按什么维度分类？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例如：按省份分行 -&gt; 每个省占一行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列(Columns)：你想横向再细分什么？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例如：按季度分列 -&gt; Q1/Q2/Q3/Q4各一列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值(Values)：你要汇总什么数据？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例如：销售额 -&gt; 自动求和/计数/平均值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筛选(Filters)：全局过滤条件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例如：只看2024年的数据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 创建你的第一个透视表（WPS版）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步骤一：选中数据区域任意单元格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步骤二：点击菜单栏「插入」-&gt;「数据透视表」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步骤三：确认数据区域，选择「新工作表」-&gt; 确定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步骤四：在右侧字段列表中：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把「商品类别」拖到「行」区域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把「销售额」拖到「值」区域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把「月份」拖到「筛选」区域(可选)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恭喜！你已创建了第一个数据透视表！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查看效果：每个商品的销售额汇总一目了然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 常用操作技巧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改变汇总方式(求和-&gt;计数-&gt;平均值)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右键值字段 -&gt; 值字段设置 -&gt; 选择计算类型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按月/季度/年分组日期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右键日期字段 -&gt; 组合 -&gt; 选择分组方式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值显示方式(占比/环比/累计)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值字段设置 -&gt; 值显示方式 -&gt; 选列汇总的百分比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插入切片器(交互筛选)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选中透视表 -&gt; 分析 -&gt; 插入切片器 -&gt; 选字段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一键生成透视图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选中透视表 -&gt; 分析 -&gt; 数据透视图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 实战案例：销售数据分析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原始数据(模拟)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日期        商品  城市  销售额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1月5日   手机   广州  5200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1月8日   电脑   深圳  8200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1月12日  手机   深圳  4800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2月3日   电脑   广州  9100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2月15日  手机   广州  5600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2月20日  平板   深圳  3500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3月8日   电脑   深圳  8900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3月15日  手机   广州  6100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474720"/>
          </a:xfrm>
          <a:prstGeom prst="rect">
            <a:avLst/>
          </a:prstGeom>
          <a:solidFill>
            <a:srgbClr val="FEF9E7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透视表结果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求和项:销售额  列标签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行标签    广州    深圳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电脑      9100   17100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平板             3500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手机     10800    4800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总计     19900   25400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行=商品 | 列=城市 | 值=销售额(求和)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 常见问题与避坑指南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为什么我的数据没出来？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-&gt; 检查是否有合并单元格/空行/空列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为什么计数是1而不是求和？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-&gt; 值是文本格式，改成数值型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为什么日期不能分组？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-&gt; 日期列可能存的是文本，改成真正日期格式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修改原数据后透视表没变？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-&gt; 右键透视表 -&gt; 刷新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小贴士：把数据范围转为超级表(Ctrl+T)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新增数据后，透视表自动识别新行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9. 总结与进阶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数据透视表三字诀：拖、拖、拖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记住四个区域：行、列、值、筛选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记住三个前提：一维表、无空行、数据干净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记住两个神器：刷新、值字段设置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进阶方向：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Power Pivot(数据模型+多表关联)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Get &amp; Transform(Power Query 数据清洗)</a:t>
            </a:r>
            <a:endParaRPr lang="en-US" sz="16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. 透视图表联动+切片器仪表板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46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null 页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感谢学习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多练几次，透视表就是你的第二大脑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数据透视表从入门到精通</dc:title>
  <dc:subject>PptxGenJS Presentation</dc:subject>
  <dc:creator>青云学习助手</dc:creator>
  <cp:lastModifiedBy>青云学习助手</cp:lastModifiedBy>
  <cp:revision>1</cp:revision>
  <dcterms:created xsi:type="dcterms:W3CDTF">2026-05-28T00:12:11Z</dcterms:created>
  <dcterms:modified xsi:type="dcterms:W3CDTF">2026-05-28T00:12:11Z</dcterms:modified>
</cp:coreProperties>
</file>
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548640" cy="18288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548640" cy="18288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926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429000"/>
            <a:ext cx="548640" cy="18288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2860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069080"/>
            <a:ext cx="548640" cy="18288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7280" y="4709160"/>
            <a:ext cx="548640" cy="18288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846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28600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7280" y="5349240"/>
            <a:ext cx="548640" cy="18288"/>
          </a:xfrm>
          <a:prstGeom prst="rect">
            <a:avLst/>
          </a:prstGeom>
          <a:solidFill>
            <a:srgbClr val="D4E6F1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486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28600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5989320"/>
            <a:ext cx="548640" cy="18288"/>
          </a:xfrm>
          <a:prstGeom prst="rect">
            <a:avLst/>
          </a:prstGeom>
          <a:solidFill>
            <a:srgbClr val="D4E6F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38328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38328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CCCCCC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0" y="274320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468880"/>
            <a:ext cx="475488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82880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86000"/>
            <a:ext cx="1072591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214884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82880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7472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3291840"/>
            <a:ext cx="182880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47472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14884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291840"/>
            <a:ext cx="182880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47472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214884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3291840"/>
            <a:ext cx="182880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347472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46920" y="214884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560" y="3291840"/>
            <a:ext cx="182880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347472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7432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0725912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03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98115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7432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0725912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03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98115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7432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0725912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03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98115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7432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0725912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03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98115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7432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0725912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03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98115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53035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846320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103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274320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|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31520" cy="36576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0725912" cy="4114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0312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98115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2026-05-13T12:52:10Z</dcterms:created>
  <dcterms:modified xsi:type="dcterms:W3CDTF">2026-05-13T12:52:10Z</dcterms:modified>
</cp:coreProperties>
</file>